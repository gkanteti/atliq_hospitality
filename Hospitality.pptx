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F8135B-F2C2-4FF4-BFD3-3E652A47997B}" v="3" dt="2026-10-29T02:42:56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ri eswaraprasad narra" userId="b91ac41318579160" providerId="LiveId" clId="{FF7B44E0-2223-4AE4-BABD-2F53BAF07701}"/>
    <pc:docChg chg="custSel addSld modSld">
      <pc:chgData name="gowri eswaraprasad narra" userId="b91ac41318579160" providerId="LiveId" clId="{FF7B44E0-2223-4AE4-BABD-2F53BAF07701}" dt="2026-10-29T02:49:22.754" v="51" actId="26606"/>
      <pc:docMkLst>
        <pc:docMk/>
      </pc:docMkLst>
      <pc:sldChg chg="addSp delSp modSp new mod">
        <pc:chgData name="gowri eswaraprasad narra" userId="b91ac41318579160" providerId="LiveId" clId="{FF7B44E0-2223-4AE4-BABD-2F53BAF07701}" dt="2026-10-29T02:38:48.575" v="16" actId="26606"/>
        <pc:sldMkLst>
          <pc:docMk/>
          <pc:sldMk cId="2716326035" sldId="260"/>
        </pc:sldMkLst>
        <pc:spChg chg="add">
          <ac:chgData name="gowri eswaraprasad narra" userId="b91ac41318579160" providerId="LiveId" clId="{FF7B44E0-2223-4AE4-BABD-2F53BAF07701}" dt="2026-10-29T02:38:48.575" v="16" actId="26606"/>
          <ac:spMkLst>
            <pc:docMk/>
            <pc:sldMk cId="2716326035" sldId="260"/>
            <ac:spMk id="2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38:48.575" v="16" actId="26606"/>
          <ac:spMkLst>
            <pc:docMk/>
            <pc:sldMk cId="2716326035" sldId="260"/>
            <ac:spMk id="3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38:48.575" v="16" actId="26606"/>
          <ac:spMkLst>
            <pc:docMk/>
            <pc:sldMk cId="2716326035" sldId="260"/>
            <ac:spMk id="4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38:48.575" v="16" actId="26606"/>
          <ac:spMkLst>
            <pc:docMk/>
            <pc:sldMk cId="2716326035" sldId="260"/>
            <ac:spMk id="5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38:48.575" v="16" actId="26606"/>
          <ac:spMkLst>
            <pc:docMk/>
            <pc:sldMk cId="2716326035" sldId="260"/>
            <ac:spMk id="8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38:48.575" v="16" actId="26606"/>
          <ac:spMkLst>
            <pc:docMk/>
            <pc:sldMk cId="2716326035" sldId="260"/>
            <ac:spMk id="9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38:48.575" v="16" actId="26606"/>
          <ac:spMkLst>
            <pc:docMk/>
            <pc:sldMk cId="2716326035" sldId="260"/>
            <ac:spMk id="10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38:48.575" v="16" actId="26606"/>
          <ac:spMkLst>
            <pc:docMk/>
            <pc:sldMk cId="2716326035" sldId="260"/>
            <ac:spMk id="11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38:48.575" v="16" actId="26606"/>
          <ac:spMkLst>
            <pc:docMk/>
            <pc:sldMk cId="2716326035" sldId="260"/>
            <ac:spMk id="17" creationId="{00000000-0000-0000-0000-000000000000}"/>
          </ac:spMkLst>
        </pc:spChg>
        <pc:spChg chg="add del mod replId">
          <ac:chgData name="gowri eswaraprasad narra" userId="b91ac41318579160" providerId="LiveId" clId="{FF7B44E0-2223-4AE4-BABD-2F53BAF07701}" dt="2026-10-29T02:38:48.575" v="16" actId="26606"/>
          <ac:spMkLst>
            <pc:docMk/>
            <pc:sldMk cId="2716326035" sldId="260"/>
            <ac:spMk id="19" creationId="{3E8D132F-FE6D-3763-6848-D7280B189624}"/>
          </ac:spMkLst>
        </pc:spChg>
        <pc:picChg chg="add mod replId">
          <ac:chgData name="gowri eswaraprasad narra" userId="b91ac41318579160" providerId="LiveId" clId="{FF7B44E0-2223-4AE4-BABD-2F53BAF07701}" dt="2026-10-29T02:38:48.550" v="15" actId="26606"/>
          <ac:picMkLst>
            <pc:docMk/>
            <pc:sldMk cId="2716326035" sldId="260"/>
            <ac:picMk id="18" creationId="{ACB5226F-629B-2DD2-D31C-AC6587E80E58}"/>
          </ac:picMkLst>
        </pc:picChg>
      </pc:sldChg>
      <pc:sldChg chg="addSp delSp modSp new mod">
        <pc:chgData name="gowri eswaraprasad narra" userId="b91ac41318579160" providerId="LiveId" clId="{FF7B44E0-2223-4AE4-BABD-2F53BAF07701}" dt="2026-10-29T02:42:39.286" v="35" actId="26606"/>
        <pc:sldMkLst>
          <pc:docMk/>
          <pc:sldMk cId="1586919968" sldId="261"/>
        </pc:sldMkLst>
        <pc:spChg chg="add">
          <ac:chgData name="gowri eswaraprasad narra" userId="b91ac41318579160" providerId="LiveId" clId="{FF7B44E0-2223-4AE4-BABD-2F53BAF07701}" dt="2026-10-29T02:42:39.286" v="35" actId="26606"/>
          <ac:spMkLst>
            <pc:docMk/>
            <pc:sldMk cId="1586919968" sldId="261"/>
            <ac:spMk id="2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42:39.286" v="35" actId="26606"/>
          <ac:spMkLst>
            <pc:docMk/>
            <pc:sldMk cId="1586919968" sldId="261"/>
            <ac:spMk id="3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42:39.286" v="35" actId="26606"/>
          <ac:spMkLst>
            <pc:docMk/>
            <pc:sldMk cId="1586919968" sldId="261"/>
            <ac:spMk id="4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42:39.286" v="35" actId="26606"/>
          <ac:spMkLst>
            <pc:docMk/>
            <pc:sldMk cId="1586919968" sldId="261"/>
            <ac:spMk id="5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42:39.286" v="35" actId="26606"/>
          <ac:spMkLst>
            <pc:docMk/>
            <pc:sldMk cId="1586919968" sldId="261"/>
            <ac:spMk id="7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42:39.286" v="35" actId="26606"/>
          <ac:spMkLst>
            <pc:docMk/>
            <pc:sldMk cId="1586919968" sldId="261"/>
            <ac:spMk id="9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42:39.286" v="35" actId="26606"/>
          <ac:spMkLst>
            <pc:docMk/>
            <pc:sldMk cId="1586919968" sldId="261"/>
            <ac:spMk id="10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42:39.286" v="35" actId="26606"/>
          <ac:spMkLst>
            <pc:docMk/>
            <pc:sldMk cId="1586919968" sldId="261"/>
            <ac:spMk id="11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42:39.286" v="35" actId="26606"/>
          <ac:spMkLst>
            <pc:docMk/>
            <pc:sldMk cId="1586919968" sldId="261"/>
            <ac:spMk id="16" creationId="{00000000-0000-0000-0000-000000000000}"/>
          </ac:spMkLst>
        </pc:spChg>
        <pc:spChg chg="add del mod replId">
          <ac:chgData name="gowri eswaraprasad narra" userId="b91ac41318579160" providerId="LiveId" clId="{FF7B44E0-2223-4AE4-BABD-2F53BAF07701}" dt="2026-10-29T02:42:39.286" v="35" actId="26606"/>
          <ac:spMkLst>
            <pc:docMk/>
            <pc:sldMk cId="1586919968" sldId="261"/>
            <ac:spMk id="19" creationId="{97F9DD99-D723-5033-089C-06B8D6FEB640}"/>
          </ac:spMkLst>
        </pc:spChg>
        <pc:picChg chg="add mod replId">
          <ac:chgData name="gowri eswaraprasad narra" userId="b91ac41318579160" providerId="LiveId" clId="{FF7B44E0-2223-4AE4-BABD-2F53BAF07701}" dt="2026-10-29T02:42:39.232" v="34" actId="26606"/>
          <ac:picMkLst>
            <pc:docMk/>
            <pc:sldMk cId="1586919968" sldId="261"/>
            <ac:picMk id="18" creationId="{D0A9A3B7-6CCA-FCDC-A02D-88ED7ABE8883}"/>
          </ac:picMkLst>
        </pc:picChg>
      </pc:sldChg>
      <pc:sldChg chg="addSp delSp modSp new mod">
        <pc:chgData name="gowri eswaraprasad narra" userId="b91ac41318579160" providerId="LiveId" clId="{FF7B44E0-2223-4AE4-BABD-2F53BAF07701}" dt="2026-10-29T02:49:22.754" v="51" actId="26606"/>
        <pc:sldMkLst>
          <pc:docMk/>
          <pc:sldMk cId="3779919791" sldId="262"/>
        </pc:sldMkLst>
        <pc:spChg chg="add">
          <ac:chgData name="gowri eswaraprasad narra" userId="b91ac41318579160" providerId="LiveId" clId="{FF7B44E0-2223-4AE4-BABD-2F53BAF07701}" dt="2026-10-29T02:45:06.500" v="49" actId="26606"/>
          <ac:spMkLst>
            <pc:docMk/>
            <pc:sldMk cId="3779919791" sldId="262"/>
            <ac:spMk id="2" creationId="{00000000-0000-0000-0000-000000000000}"/>
          </ac:spMkLst>
        </pc:spChg>
        <pc:spChg chg="add mod">
          <ac:chgData name="gowri eswaraprasad narra" userId="b91ac41318579160" providerId="LiveId" clId="{FF7B44E0-2223-4AE4-BABD-2F53BAF07701}" dt="2026-10-29T02:49:22.754" v="51" actId="26606"/>
          <ac:spMkLst>
            <pc:docMk/>
            <pc:sldMk cId="3779919791" sldId="262"/>
            <ac:spMk id="4" creationId="{00000000-0000-0000-0000-000000000000}"/>
          </ac:spMkLst>
        </pc:spChg>
        <pc:spChg chg="add mod">
          <ac:chgData name="gowri eswaraprasad narra" userId="b91ac41318579160" providerId="LiveId" clId="{FF7B44E0-2223-4AE4-BABD-2F53BAF07701}" dt="2026-10-29T02:49:22.754" v="51" actId="26606"/>
          <ac:spMkLst>
            <pc:docMk/>
            <pc:sldMk cId="3779919791" sldId="262"/>
            <ac:spMk id="5" creationId="{00000000-0000-0000-0000-000000000000}"/>
          </ac:spMkLst>
        </pc:spChg>
        <pc:spChg chg="add mod">
          <ac:chgData name="gowri eswaraprasad narra" userId="b91ac41318579160" providerId="LiveId" clId="{FF7B44E0-2223-4AE4-BABD-2F53BAF07701}" dt="2026-10-29T02:49:22.754" v="51" actId="26606"/>
          <ac:spMkLst>
            <pc:docMk/>
            <pc:sldMk cId="3779919791" sldId="262"/>
            <ac:spMk id="6" creationId="{00000000-0000-0000-0000-000000000000}"/>
          </ac:spMkLst>
        </pc:spChg>
        <pc:spChg chg="add mod">
          <ac:chgData name="gowri eswaraprasad narra" userId="b91ac41318579160" providerId="LiveId" clId="{FF7B44E0-2223-4AE4-BABD-2F53BAF07701}" dt="2026-10-29T02:49:22.754" v="51" actId="26606"/>
          <ac:spMkLst>
            <pc:docMk/>
            <pc:sldMk cId="3779919791" sldId="262"/>
            <ac:spMk id="7" creationId="{00000000-0000-0000-0000-000000000000}"/>
          </ac:spMkLst>
        </pc:spChg>
        <pc:spChg chg="add mod">
          <ac:chgData name="gowri eswaraprasad narra" userId="b91ac41318579160" providerId="LiveId" clId="{FF7B44E0-2223-4AE4-BABD-2F53BAF07701}" dt="2026-10-29T02:49:22.754" v="51" actId="26606"/>
          <ac:spMkLst>
            <pc:docMk/>
            <pc:sldMk cId="3779919791" sldId="262"/>
            <ac:spMk id="8" creationId="{00000000-0000-0000-0000-000000000000}"/>
          </ac:spMkLst>
        </pc:spChg>
        <pc:spChg chg="add mod">
          <ac:chgData name="gowri eswaraprasad narra" userId="b91ac41318579160" providerId="LiveId" clId="{FF7B44E0-2223-4AE4-BABD-2F53BAF07701}" dt="2026-10-29T02:49:22.754" v="51" actId="26606"/>
          <ac:spMkLst>
            <pc:docMk/>
            <pc:sldMk cId="3779919791" sldId="262"/>
            <ac:spMk id="9" creationId="{00000000-0000-0000-0000-000000000000}"/>
          </ac:spMkLst>
        </pc:spChg>
        <pc:spChg chg="add mod">
          <ac:chgData name="gowri eswaraprasad narra" userId="b91ac41318579160" providerId="LiveId" clId="{FF7B44E0-2223-4AE4-BABD-2F53BAF07701}" dt="2026-10-29T02:49:22.754" v="51" actId="26606"/>
          <ac:spMkLst>
            <pc:docMk/>
            <pc:sldMk cId="3779919791" sldId="262"/>
            <ac:spMk id="10" creationId="{00000000-0000-0000-0000-000000000000}"/>
          </ac:spMkLst>
        </pc:spChg>
        <pc:spChg chg="add">
          <ac:chgData name="gowri eswaraprasad narra" userId="b91ac41318579160" providerId="LiveId" clId="{FF7B44E0-2223-4AE4-BABD-2F53BAF07701}" dt="2026-10-29T02:49:22.754" v="51" actId="26606"/>
          <ac:spMkLst>
            <pc:docMk/>
            <pc:sldMk cId="3779919791" sldId="262"/>
            <ac:spMk id="11" creationId="{00000000-0000-0000-0000-000000000000}"/>
          </ac:spMkLst>
        </pc:spChg>
        <pc:spChg chg="add del mod replId">
          <ac:chgData name="gowri eswaraprasad narra" userId="b91ac41318579160" providerId="LiveId" clId="{FF7B44E0-2223-4AE4-BABD-2F53BAF07701}" dt="2026-10-29T02:45:06.500" v="49" actId="26606"/>
          <ac:spMkLst>
            <pc:docMk/>
            <pc:sldMk cId="3779919791" sldId="262"/>
            <ac:spMk id="11" creationId="{06571259-0D7D-B38A-5948-CC19D2C4CB84}"/>
          </ac:spMkLst>
        </pc:spChg>
        <pc:spChg chg="add del mod replId">
          <ac:chgData name="gowri eswaraprasad narra" userId="b91ac41318579160" providerId="LiveId" clId="{FF7B44E0-2223-4AE4-BABD-2F53BAF07701}" dt="2026-10-29T02:49:22.754" v="51" actId="26606"/>
          <ac:spMkLst>
            <pc:docMk/>
            <pc:sldMk cId="3779919791" sldId="262"/>
            <ac:spMk id="12" creationId="{00000000-0000-0000-0000-000000000000}"/>
          </ac:spMkLst>
        </pc:spChg>
        <pc:picChg chg="add">
          <ac:chgData name="gowri eswaraprasad narra" userId="b91ac41318579160" providerId="LiveId" clId="{FF7B44E0-2223-4AE4-BABD-2F53BAF07701}" dt="2026-10-29T02:49:22.754" v="51" actId="26606"/>
          <ac:picMkLst>
            <pc:docMk/>
            <pc:sldMk cId="3779919791" sldId="262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1BF1D-94F7-4ADB-80CB-77D106AFC763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0DB32-8499-4EAA-B3D4-2F11D92AD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3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0DB32-8499-4EAA-B3D4-2F11D92ADB5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50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32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7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10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02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8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3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6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4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3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7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89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452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6AC1D-57B5-6628-61DB-721CC8BD0A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9091" t="14303" b="2211"/>
          <a:stretch>
            <a:fillRect/>
          </a:stretch>
        </p:blipFill>
        <p:spPr>
          <a:xfrm>
            <a:off x="1" y="152"/>
            <a:ext cx="12191999" cy="685784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8B2ECD5-47B1-47AD-AC9D-045064631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BAE8E-950A-9465-0A59-D95E44CED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4531" y="1371600"/>
            <a:ext cx="4916478" cy="2933952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AtliQ Hospitality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43CC5-D3C5-639D-331B-4A338942C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4532" y="4584879"/>
            <a:ext cx="4916477" cy="1287887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Geetha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5776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08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F4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704088"/>
            <a:ext cx="530352" cy="32004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</a:rPr>
              <a:t>ATLIQ HOSPITALITY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190195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0">
                <a:solidFill>
                  <a:srgbClr val="484848"/>
                </a:solidFill>
              </a:rPr>
              <a:t>Four cities.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93392"/>
            <a:ext cx="1901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D91044"/>
                </a:solidFill>
              </a:rPr>
              <a:t>One portfolio.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07792"/>
            <a:ext cx="1874519" cy="103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484848"/>
                </a:solidFill>
              </a:rPr>
              <a:t>AtliQ properties across Bangalore, Mumbai, Hyderabad and Delhi.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919472"/>
            <a:ext cx="1188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CA1DD"/>
                </a:solidFill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</a:rPr>
              <a:t>CITY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640080"/>
            <a:ext cx="50292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Portfolio footprint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06070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8D8D8"/>
                </a:solidFill>
              </a:rPr>
              <a:t>PROPERTY PRESENCE BY 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97312" y="768096"/>
            <a:ext cx="694944" cy="32004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1554480"/>
            <a:ext cx="7132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300" b="1">
                <a:solidFill>
                  <a:srgbClr val="FCA1DD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181051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PROPERTIES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340864"/>
            <a:ext cx="187451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50" b="1">
                <a:solidFill>
                  <a:srgbClr val="FFFFFF"/>
                </a:solidFill>
              </a:rPr>
              <a:t>Bangalore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761488"/>
            <a:ext cx="438912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3017520"/>
            <a:ext cx="178308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20" b="0">
                <a:solidFill>
                  <a:srgbClr val="FFFFFF"/>
                </a:solidFill>
              </a:rPr>
              <a:t>AtliQ Bay
AtliQ Blu
AtliQ City
AtliQ Exotica
AtliQ Grands
AtliQ Palace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4648" y="1572768"/>
            <a:ext cx="10972" cy="443484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13248" y="1554480"/>
            <a:ext cx="7132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300" b="1">
                <a:solidFill>
                  <a:srgbClr val="FCA1DD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181051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PROPERTIES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2340864"/>
            <a:ext cx="187451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50" b="1">
                <a:solidFill>
                  <a:srgbClr val="FFFFFF"/>
                </a:solidFill>
              </a:rPr>
              <a:t>Mumbai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13248" y="2761488"/>
            <a:ext cx="438912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13248" y="3017520"/>
            <a:ext cx="178308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20" b="0">
                <a:solidFill>
                  <a:srgbClr val="FFFFFF"/>
                </a:solidFill>
              </a:rPr>
              <a:t>AtliQ Bay
AtliQ Blu
AtliQ City
AtliQ Exotica
AtliQ Grands
AtliQ Palace
AtliQ Seasons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5" y="1572768"/>
            <a:ext cx="10972" cy="443484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0375" y="1554480"/>
            <a:ext cx="7132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300" b="1">
                <a:solidFill>
                  <a:srgbClr val="FCA1DD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181051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PROPERTIES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5" y="2340864"/>
            <a:ext cx="187451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50" b="1">
                <a:solidFill>
                  <a:srgbClr val="FFFFFF"/>
                </a:solidFill>
              </a:rPr>
              <a:t>Hyderabad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0375" y="2761488"/>
            <a:ext cx="438912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0375" y="3017520"/>
            <a:ext cx="178308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20" b="0">
                <a:solidFill>
                  <a:srgbClr val="FFFFFF"/>
                </a:solidFill>
              </a:rPr>
              <a:t>AtliQ Bay
AtliQ Blu
AtliQ City
AtliQ Exotica
AtliQ Grands
AtliQ Palace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18904" y="1572768"/>
            <a:ext cx="10972" cy="443484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47504" y="1554480"/>
            <a:ext cx="7132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300" b="1">
                <a:solidFill>
                  <a:srgbClr val="FCA1DD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181051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PROPERTIES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2340864"/>
            <a:ext cx="1874519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50" b="1">
                <a:solidFill>
                  <a:srgbClr val="FFFFFF"/>
                </a:solidFill>
              </a:rPr>
              <a:t>Delhi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47504" y="2761488"/>
            <a:ext cx="438912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47504" y="3017520"/>
            <a:ext cx="178308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20" b="0">
                <a:solidFill>
                  <a:srgbClr val="FFFFFF"/>
                </a:solidFill>
              </a:rPr>
              <a:t>AtliQ Bay
AtliQ Blu
AtliQ City
AtliQ Grands
AtliQ Palace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6272784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ATLIQ HOSPITALITY  •  PORTFOLIO OVERVIEW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97312" y="6382512"/>
            <a:ext cx="694944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1508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F4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704088"/>
            <a:ext cx="530352" cy="32004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</a:rPr>
              <a:t>ATLIQ HOSPITALITY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187451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484848"/>
                </a:solidFill>
              </a:rPr>
              <a:t>Three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59152"/>
            <a:ext cx="187451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>
                <a:solidFill>
                  <a:srgbClr val="D91044"/>
                </a:solidFill>
              </a:rPr>
              <a:t>Every hotel.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27248"/>
            <a:ext cx="1847088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484848"/>
                </a:solidFill>
              </a:rPr>
              <a:t>Booking-detail data across the full AtliQ hotel portfolio.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919472"/>
            <a:ext cx="1188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CA1DD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</a:rPr>
              <a:t>MONTHS OF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640080"/>
            <a:ext cx="47548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Dataset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060704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8D8D8"/>
                </a:solidFill>
              </a:rPr>
              <a:t>BOOKING DATA + ANALYSIS INPUTS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97312" y="768096"/>
            <a:ext cx="694944" cy="32004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1572768"/>
            <a:ext cx="107899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100" b="1">
                <a:solidFill>
                  <a:srgbClr val="FCA1DD"/>
                </a:solidFill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76479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8D8D8"/>
                </a:solidFill>
              </a:rPr>
              <a:t>EXCEL
DATA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450592"/>
            <a:ext cx="1901952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46120" y="26426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3 DIMENSIONS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9535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D8D8D8"/>
                </a:solidFill>
              </a:rPr>
              <a:t>2 FACT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822191"/>
            <a:ext cx="10058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>
                <a:solidFill>
                  <a:srgbClr val="FCA1DD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3977639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D8D8D8"/>
                </a:solidFill>
              </a:rPr>
              <a:t>SUPPORTING
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157276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1545336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CA1DD"/>
                </a:solidFill>
              </a:rPr>
              <a:t>DIM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1499616"/>
            <a:ext cx="26700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>
                <a:solidFill>
                  <a:srgbClr val="FFFFFF"/>
                </a:solidFill>
              </a:rPr>
              <a:t>Dim_date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560" y="2212848"/>
            <a:ext cx="3822191" cy="9144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60" y="2377440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2350008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CA1DD"/>
                </a:solidFill>
              </a:rPr>
              <a:t>DIM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2304288"/>
            <a:ext cx="26700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>
                <a:solidFill>
                  <a:srgbClr val="FFFFFF"/>
                </a:solidFill>
              </a:rPr>
              <a:t>Dim_hotels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3017520"/>
            <a:ext cx="3822191" cy="9144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23560" y="3182112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3328" y="315468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CA1DD"/>
                </a:solidFill>
              </a:rPr>
              <a:t>DIM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108960"/>
            <a:ext cx="26700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>
                <a:solidFill>
                  <a:srgbClr val="FFFFFF"/>
                </a:solidFill>
              </a:rPr>
              <a:t>Dim_rooms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60" y="3822192"/>
            <a:ext cx="3822191" cy="9144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23560" y="3986784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8" y="39593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CA1DD"/>
                </a:solidFill>
              </a:rPr>
              <a:t>FACT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3913632"/>
            <a:ext cx="26700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>
                <a:solidFill>
                  <a:srgbClr val="FFFFFF"/>
                </a:solidFill>
              </a:rPr>
              <a:t>Fact_aggregated_bookings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4626864"/>
            <a:ext cx="3822191" cy="9144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23560" y="4791456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476402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CA1DD"/>
                </a:solidFill>
              </a:rPr>
              <a:t>FACT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4718304"/>
            <a:ext cx="26700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50" b="1">
                <a:solidFill>
                  <a:srgbClr val="FFFFFF"/>
                </a:solidFill>
              </a:rPr>
              <a:t>Fact_bookings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1572768"/>
            <a:ext cx="10972" cy="443484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76104" y="157276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8D8D8"/>
                </a:solidFill>
              </a:rPr>
              <a:t>SUPPORTING INPUTS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76104" y="2066543"/>
            <a:ext cx="438912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76104" y="235915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Metric list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76104" y="277063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D8D8D8"/>
                </a:solidFill>
              </a:rPr>
              <a:t>Excel file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76104" y="3273552"/>
            <a:ext cx="1508760" cy="9144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76104" y="3575304"/>
            <a:ext cx="16642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Mock-up
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6272784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ATLIQ HOSPITALITY  •  DATASET OVERVIEW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97312" y="6382512"/>
            <a:ext cx="694944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74489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F4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704088"/>
            <a:ext cx="530352" cy="32004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</a:rPr>
              <a:t>ATLIQ HOSPITALITY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87451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484848"/>
                </a:solidFill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11680"/>
            <a:ext cx="187451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D91044"/>
                </a:solidFill>
              </a:rPr>
              <a:t>mock-up.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07792"/>
            <a:ext cx="18470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484848"/>
                </a:solidFill>
              </a:rPr>
              <a:t>Reference view of the proposed reporting experience.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919472"/>
            <a:ext cx="1188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CA1DD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15727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</a:rPr>
              <a:t>VISUAL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640080"/>
            <a:ext cx="5212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Mockup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060704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8D8D8"/>
                </a:solidFill>
              </a:rPr>
              <a:t>REFERENCE LAYOUT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97312" y="768096"/>
            <a:ext cx="694944" cy="32004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53312"/>
            <a:ext cx="8229600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46120" y="6537960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ATLIQ HOSPITALITY  •  DASHBOARD MOCK-UP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97312" y="6629400"/>
            <a:ext cx="694944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81964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F4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704088"/>
            <a:ext cx="530352" cy="32004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</a:rPr>
              <a:t>ATLIQ HOSPITALITY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87451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484848"/>
                </a:solidFill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11680"/>
            <a:ext cx="187451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D91044"/>
                </a:solidFill>
              </a:rPr>
              <a:t>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07792"/>
            <a:ext cx="18470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484848"/>
                </a:solidFill>
              </a:rPr>
              <a:t>Relationship view across dimensions, bookings and measures.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919472"/>
            <a:ext cx="1188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CA1DD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</a:rPr>
              <a:t>CONNECTED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640080"/>
            <a:ext cx="5212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Data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060704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8D8D8"/>
                </a:solidFill>
              </a:rPr>
              <a:t>TABLE RELATIONSHIPS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97312" y="768096"/>
            <a:ext cx="694944" cy="32004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53312"/>
            <a:ext cx="8229600" cy="40826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46120" y="6272784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ATLIQ HOSPITALITY  •  DATA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97312" y="6382512"/>
            <a:ext cx="694944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1632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F4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704088"/>
            <a:ext cx="530352" cy="32004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</a:rPr>
              <a:t>ATLIQ HOSPITALITY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87451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>
                <a:solidFill>
                  <a:srgbClr val="484848"/>
                </a:solidFill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11680"/>
            <a:ext cx="187451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D91044"/>
                </a:solidFill>
              </a:rPr>
              <a:t>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07792"/>
            <a:ext cx="18470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484848"/>
                </a:solidFill>
              </a:rPr>
              <a:t>Final analytical view for hospitality performance reporting.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919472"/>
            <a:ext cx="1188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CA1DD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84848"/>
                </a:solidFill>
              </a:rPr>
              <a:t>FINAL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640080"/>
            <a:ext cx="5212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</a:rPr>
              <a:t>My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060704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8D8D8"/>
                </a:solidFill>
              </a:rPr>
              <a:t>DASHBOARD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97312" y="768096"/>
            <a:ext cx="694944" cy="32004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53312"/>
            <a:ext cx="8229600" cy="395406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46120" y="6272784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8D8D8"/>
                </a:solidFill>
              </a:rPr>
              <a:t>ATLIQ HOSPITALITY  •  FINAL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97312" y="6382512"/>
            <a:ext cx="694944" cy="32004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86919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-aaa4681e8eb0801de3de189f300b0c87.jpg"/>
          <p:cNvPicPr>
            <a:picLocks noChangeAspect="1"/>
          </p:cNvPicPr>
          <p:nvPr/>
        </p:nvPicPr>
        <p:blipFill>
          <a:blip r:embed="rId3"/>
          <a:srcRect t="2226" b="2226"/>
          <a:stretch>
            <a:fillRect/>
          </a:stretch>
        </p:blipFill>
        <p:spPr>
          <a:xfrm>
            <a:off x="7406640" y="0"/>
            <a:ext cx="47850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06640" y="0"/>
            <a:ext cx="50292" cy="6858000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594360"/>
            <a:ext cx="5394960" cy="5394960"/>
          </a:xfrm>
          <a:prstGeom prst="ellipse">
            <a:avLst/>
          </a:prstGeom>
          <a:solidFill>
            <a:srgbClr val="48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0120" y="1371600"/>
            <a:ext cx="1417320" cy="36576"/>
          </a:xfrm>
          <a:prstGeom prst="rect">
            <a:avLst/>
          </a:prstGeom>
          <a:solidFill>
            <a:srgbClr val="0A7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53965"/>
            <a:ext cx="571500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</a:rPr>
              <a:t>Thank You</a:t>
            </a:r>
            <a:endParaRPr lang="en-US" sz="54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7552" y="3438700"/>
            <a:ext cx="493776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D8D8D8"/>
                </a:solidFill>
              </a:rPr>
              <a:t>ATLIQ HOSPITALITY</a:t>
            </a:r>
            <a:endParaRPr lang="en-US" sz="1300" b="1">
              <a:solidFill>
                <a:srgbClr val="D8D8D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0120" y="5468112"/>
            <a:ext cx="1417320" cy="36576"/>
          </a:xfrm>
          <a:prstGeom prst="rect">
            <a:avLst/>
          </a:prstGeom>
          <a:solidFill>
            <a:srgbClr val="D91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06640" y="0"/>
            <a:ext cx="365760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7991979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280</Words>
  <Application>Microsoft Office PowerPoint</Application>
  <PresentationFormat>Widescreen</PresentationFormat>
  <Paragraphs>91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Grandview Display</vt:lpstr>
      <vt:lpstr>DashVTI</vt:lpstr>
      <vt:lpstr>AtliQ Hospitality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gowri eswaraprasad narra</dc:creator>
  <cp:lastModifiedBy>gowri eswaraprasad narra</cp:lastModifiedBy>
  <cp:revision>1</cp:revision>
  <dcterms:created xsi:type="dcterms:W3CDTF">2026-10-28T20:59:58Z</dcterms:created>
  <dcterms:modified xsi:type="dcterms:W3CDTF">2026-10-29T02:49:50Z</dcterms:modified>
</cp:coreProperties>
</file>